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176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C180-C65A-2DB7-8F64-EECB07B09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F406B-4D65-682D-7A9B-D52318377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13D1D-CF8F-C6B2-B046-9F13051A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7B701-9B50-02D3-F1B1-2C818DF2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FAD79-0EB2-6277-7DF1-4D0CA470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5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7615-9700-4D0A-C14D-7B757995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299D-EF68-EA4F-8A74-A8247595C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D5B38-399E-9626-E398-A8F7F405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7D61E-0D72-F7DC-DD35-66C62C76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B93B2-6342-17CB-1190-F25ADF78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29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71E5-A9C7-0A7F-61E1-42818F47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90AAA-D656-418D-92B7-A04B3C027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33F7F-F532-A7C4-DF04-86B24BE7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2FCDF-598E-45A9-BB51-CE9F95F4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50EFF-EC6A-43D8-96E0-73583023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15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F80D-B953-F3CA-B32E-E044B89E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FDB4-3C6E-3A8A-8977-808ADACE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FE652-9761-8568-BD10-372DD9BE9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02154-EABF-F2C8-2BFE-92A6CD26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A23CA-1BBE-8EAC-0D3D-3A2301767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FA28C-C013-862B-EEF8-BD45DB0D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52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D929-EEE7-5192-C1B4-9F8F750F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5D0BC-96BB-4798-0D2F-E0BB462F2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4BAE7-8192-B82A-9312-8465DC1C3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B49D5-E718-2089-E837-40D22BC10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4D121-C68C-20D7-5532-A1AEDA50C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F8094-EC53-01BD-B3D0-1B1FDEB3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E4444-5A19-FC07-CA44-FF634869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EE0F74-81A2-DCC1-4ADD-C6FB1549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4315-0438-809E-074C-2FECCA18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DA63D-7F8B-B05A-03B6-4FC3A9F1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5129C-37C6-4415-1714-E56F0CE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B119C-4A32-E407-1838-4C991B00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06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8578D-2F3B-7E2E-0E43-E71EA5CD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DDD28-F03A-B452-1154-DF1F05CF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DBDD-EA88-14B5-EA89-1D6D0432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80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BDC1-E122-B06A-F929-D8299DC4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7B5F-7539-599A-FB26-45D4C75E2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111DE-B182-187D-74BD-FAB3BCABD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22593-6C12-0F8B-A6B8-5CA29CA8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AD5F5-4716-1CF0-78F3-5B253AD5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BB793-F8AD-3D02-F77F-F1F4D16F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43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230B-ED56-590F-9224-21F70FE5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06116C-F123-C1CE-950F-602E5B839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F5735-441E-D287-7429-3049032F0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AACF7-E2E0-764C-F2E6-9E6B1747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3BAD8-248F-CA23-ACB0-CA243B67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F2A3-9F40-7B51-8EBB-46B5F2EA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40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00FF-7D90-7A5C-E387-7CD7B159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33F3B-4A2B-4EBE-6294-D481BF6E3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89B21-A0F4-95B5-CD0C-9EEF2B19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435F-E0DF-5BFE-4381-137EE2F5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92BAE-2443-8A49-7BAF-34A15BB8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78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E86DB-E3EB-AC77-28C7-689BD9FED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1D0A4-816A-6C32-DBE2-2188E3D6B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CB66F-2679-154F-CDF3-46209975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8F64E-B896-0D60-DE62-DA90ACCC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C5BC0-8C78-AD52-F2CE-7D6C6715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56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33A938-890C-3C28-906A-7721478A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820CB-2755-B709-D382-715DBE892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F99D4-6986-714A-88A8-DA4809798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8DE05-C216-4763-A555-7156B842F8CE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9A25F-4211-5B3C-07E3-E490ACE03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422D1-A9C9-2D97-54F9-E70407005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C936B-61E4-41B8-9EF8-77D705FEBC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70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4793E6-9353-FC18-27F1-7D36D82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8762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 Pro" panose="020B0604020202020204" pitchFamily="18" charset="0"/>
                <a:cs typeface="GENISO" panose="02000400000000000000" pitchFamily="2" charset="0"/>
              </a:rPr>
              <a:t>Case 01</a:t>
            </a:r>
            <a:endParaRPr lang="en-IN" sz="5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1159B38-C84C-0E0A-813D-D268672E8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57" t="34230" r="3796"/>
          <a:stretch/>
        </p:blipFill>
        <p:spPr>
          <a:xfrm>
            <a:off x="4871552" y="217568"/>
            <a:ext cx="7320448" cy="642286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529A1A-2219-99EE-6E28-DB20C5C6E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887" y="2378773"/>
            <a:ext cx="5589037" cy="210045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CAD Spline: 196.622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Given target spline length: 259.700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Hermite Spline: 78.627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Achieved length of Hermite spline: 259.667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Computed Magnitude (X): 518.034</a:t>
            </a:r>
            <a:endParaRPr lang="en-IN" sz="2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09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4793E6-9353-FC18-27F1-7D36D82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8762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 Pro" panose="020B0604020202020204" pitchFamily="18" charset="0"/>
                <a:cs typeface="GENISO" panose="02000400000000000000" pitchFamily="2" charset="0"/>
              </a:rPr>
              <a:t>Case 02</a:t>
            </a:r>
            <a:endParaRPr lang="en-IN" sz="5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1159B38-C84C-0E0A-813D-D268672E8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" r="35"/>
          <a:stretch/>
        </p:blipFill>
        <p:spPr>
          <a:xfrm>
            <a:off x="4871552" y="217568"/>
            <a:ext cx="7320448" cy="642286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529A1A-2219-99EE-6E28-DB20C5C6E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887" y="2378773"/>
            <a:ext cx="5589037" cy="210045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CAD Spline: 186.578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Given target spline length: 259.700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Hermite Spline: 50.251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Achieved length of Hermite spline: 259.657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Computed Magnitude (X): 481.245</a:t>
            </a:r>
            <a:endParaRPr lang="en-IN" sz="2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23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4793E6-9353-FC18-27F1-7D36D82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8762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 Pro" panose="020B0604020202020204" pitchFamily="18" charset="0"/>
                <a:cs typeface="GENISO" panose="02000400000000000000" pitchFamily="2" charset="0"/>
              </a:rPr>
              <a:t>Case 03</a:t>
            </a:r>
            <a:endParaRPr lang="en-IN" sz="5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1159B38-C84C-0E0A-813D-D268672E8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" b="12"/>
          <a:stretch/>
        </p:blipFill>
        <p:spPr>
          <a:xfrm>
            <a:off x="4871552" y="217568"/>
            <a:ext cx="7320448" cy="642286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529A1A-2219-99EE-6E28-DB20C5C6E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887" y="2378773"/>
            <a:ext cx="5589037" cy="210045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CAD Spline: 218.982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Given target spline length: 259.700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Hermite Spline: 47.536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Achieved length of Hermite spline: 259.672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Computed Magnitude (X): 498.172</a:t>
            </a:r>
            <a:endParaRPr lang="en-IN" sz="2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8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4793E6-9353-FC18-27F1-7D36D82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28762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eorgia Pro" panose="020B0604020202020204" pitchFamily="18" charset="0"/>
                <a:cs typeface="GENISO" panose="02000400000000000000" pitchFamily="2" charset="0"/>
              </a:rPr>
              <a:t>Case 03v1</a:t>
            </a:r>
            <a:endParaRPr lang="en-IN" sz="5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1159B38-C84C-0E0A-813D-D268672E8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" b="12"/>
          <a:stretch/>
        </p:blipFill>
        <p:spPr>
          <a:xfrm>
            <a:off x="4871552" y="217568"/>
            <a:ext cx="7320448" cy="642286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529A1A-2219-99EE-6E28-DB20C5C6E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887" y="2378773"/>
            <a:ext cx="5589037" cy="210045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CAD Spline: 218.959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Given target spline length: 282.000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Length of Hermite Spline: 70.129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Achieved length of Hermite spline: 282.000</a:t>
            </a:r>
          </a:p>
          <a:p>
            <a:r>
              <a:rPr lang="en-US" sz="2000" dirty="0">
                <a:latin typeface="Georgia Pro" panose="020B0604020202020204" pitchFamily="18" charset="0"/>
                <a:cs typeface="GENISO" panose="02000400000000000000" pitchFamily="2" charset="0"/>
              </a:rPr>
              <a:t>Computed Magnitude (X): 600.091</a:t>
            </a:r>
            <a:endParaRPr lang="en-IN" sz="2000" dirty="0">
              <a:latin typeface="Georgia Pro" panose="020B0604020202020204" pitchFamily="18" charset="0"/>
              <a:cs typeface="GENISO" panose="02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132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Georgia Pro</vt:lpstr>
      <vt:lpstr>Office Theme</vt:lpstr>
      <vt:lpstr>Case 01</vt:lpstr>
      <vt:lpstr>Case 02</vt:lpstr>
      <vt:lpstr>Case 03</vt:lpstr>
      <vt:lpstr>Case 03v1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01</dc:title>
  <dc:creator>GSaravanan lab</dc:creator>
  <cp:lastModifiedBy>GSaravanan lab</cp:lastModifiedBy>
  <cp:revision>1</cp:revision>
  <dcterms:created xsi:type="dcterms:W3CDTF">2025-10-03T09:09:07Z</dcterms:created>
  <dcterms:modified xsi:type="dcterms:W3CDTF">2025-10-03T09:46:32Z</dcterms:modified>
</cp:coreProperties>
</file>